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109728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Vereins-OS / M75-Manager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DE00"/>
                </a:solidFill>
                <a:latin typeface="Calibri"/>
              </a:rPr>
              <a:t>Das eigene digitale Betriebssystem des MERSCH75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9D4E6"/>
                </a:solidFill>
                <a:latin typeface="Calibri"/>
              </a:rPr>
              <a:t>Generalversammlung · Kurzfassung · 29.06.2026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6675"/>
                </a:solidFill>
                <a:latin typeface="Calibri"/>
              </a:rPr>
              <a:t>MERSCH75 · VEREINS-OS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2F65"/>
                </a:solidFill>
                <a:latin typeface="Calibri"/>
              </a:rPr>
              <a:t>Was ist das Vereins-OS?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Ein vereinseigenes System für die gesamte Verwaltung – an einem Ort.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Mitglieder, Finanzen, Sport, Kommunikation, Organisation.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Selbst gehostet: alle Daten gehören dem Verein (RGPD-konform).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Unabhängig von teuren Fremdanbietern.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Schluss mit verteilten Excel-Listen – eine verlässliche Datenquelle.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6675"/>
                </a:solidFill>
                <a:latin typeface="Calibri"/>
              </a:rPr>
              <a:t>MERSCH75 · VEREINS-OS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2F65"/>
                </a:solidFill>
                <a:latin typeface="Calibri"/>
              </a:rPr>
              <a:t>Nutzen für den Verein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Digitale Souveränität – Daten bleiben beim Verein.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Zeitersparnis durch Automatisierung (Beiträge, Anwesenheit, Spielpläne).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Geringe Kosten – Open Source statt Lizenzgebühren pro Mitglied.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Übergabefähig – auch ein anderes Komiteemitglied kann es pflegen.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6675"/>
                </a:solidFill>
                <a:latin typeface="Calibri"/>
              </a:rPr>
              <a:t>MERSCH75 · VEREINS-OS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2F65"/>
                </a:solidFill>
                <a:latin typeface="Calibri"/>
              </a:rPr>
              <a:t>Wo stehen wir?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FERTIG &amp; im Einsatz: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Sport, Mitglieder, Beiträge, Check-in, Dokumente, Kalender, E-Mail.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IN ARBEIT: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Chat, Profile, Website-Anbindung, Sponsoren, Galerie.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GEPLANT: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KI-Hilfe, Monitoring, automatisches Backup, Messenger (Matrix).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Spielwochen-Recap: wöchentlicher News-Text über alle Spiele (ab 2026/2027).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Das teure Fundament steht – Erweiterungen folgen Schritt für Schritt.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6675"/>
                </a:solidFill>
                <a:latin typeface="Calibri"/>
              </a:rPr>
              <a:t>MERSCH75 · VEREINS-OS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2F65"/>
                </a:solidFill>
                <a:latin typeface="Calibri"/>
              </a:rPr>
              <a:t>Neu: Website &amp; Spielwochen-News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Erledigt: Sponsoren-/Partner-Seite ist live.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Saison 25/26 sauber archiviert; Spielplan startet leer in 2026/2027.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Der neue Kalender füllt sich automatisch aus den Verbandsdaten.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Geplant – Spielwochen-Recap auf der News-Seite: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Wöchentlich ein kurzer Text über alle Spiele unserer Mannschaften.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Mehrsprachig; KI macht den Entwurf aus den Ergebnissen, Mensch gibt frei.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Ab Saison 2026/2027, laufend.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6675"/>
                </a:solidFill>
                <a:latin typeface="Calibri"/>
              </a:rPr>
              <a:t>MERSCH75 · VEREINS-OS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2F65"/>
                </a:solidFill>
                <a:latin typeface="Calibri"/>
              </a:rPr>
              <a:t>Größenordnung &amp; Kosten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Großes System: ~16.700 Code-Zeilen, 80 Datenbereiche, 233 Funktionen.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Hosting ca. 60–250 € / Jahr · Software-Lizenzen 0 € (Open Source).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B6675"/>
                </a:solidFill>
                <a:latin typeface="Calibri"/>
              </a:rPr>
              <a:t>–  Vergleich: kommerzielle Vereins-Software oft mehrere hundert €/Jahr.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Hauptaufwand ist ehrenamtliche Zeit, nicht Geld.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6675"/>
                </a:solidFill>
                <a:latin typeface="Calibri"/>
              </a:rPr>
              <a:t>MERSCH75 · VEREINS-OS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2F65"/>
                </a:solidFill>
                <a:latin typeface="Calibri"/>
              </a:rPr>
              <a:t>Risiken – und wie wir sie beherrschen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Abhängigkeit von einer Person → 2. Person einarbeiten.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Sicherheit (Demo-Passwörter) → vor Echtbetrieb bereinigen.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Noch kein Auto-Backup → Backup-Konzept zuerst umsetzen.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Manche Module noch leer -&gt; klar als 'in Entwicklung' kennzeichnen.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6675"/>
                </a:solidFill>
                <a:latin typeface="Calibri"/>
              </a:rPr>
              <a:t>MERSCH75 · VEREINS-OS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2F65"/>
                </a:solidFill>
                <a:latin typeface="Calibri"/>
              </a:rPr>
              <a:t>Antrag an die Versammlung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Grundsatz: Verein setzt auf das eigene Vereins-OS.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Budgetfreigabe für Server-Hosting (kleiner Jahresbetrag).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Start Pilotbetrieb: „Mitglieder &amp; Beiträge".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530"/>
                </a:solidFill>
                <a:latin typeface="Calibri"/>
              </a:rPr>
              <a:t>•  Zweite Person zur Einarbeitung benennen (Ausfallsicherheit).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023360"/>
            <a:ext cx="12191695" cy="109728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Ein eigenes System. Volle Datenhoheit.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DE00"/>
                </a:solidFill>
                <a:latin typeface="Calibri"/>
              </a:rPr>
              <a:t>Zesumme Staark – MERSCH75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