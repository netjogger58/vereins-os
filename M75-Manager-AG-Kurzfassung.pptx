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F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88920"/>
            <a:ext cx="12191695" cy="109728"/>
          </a:xfrm>
          <a:prstGeom prst="rect">
            <a:avLst/>
          </a:prstGeom>
          <a:solidFill>
            <a:srgbClr val="FFD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Vereins-OS / M75-Manager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FFDE00"/>
                </a:solidFill>
                <a:latin typeface="Calibri"/>
              </a:rPr>
              <a:t>Das eigene digitale Betriebssystem des MERSCH75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69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9D4E6"/>
                </a:solidFill>
                <a:latin typeface="Calibri"/>
              </a:rPr>
              <a:t>Generalversammlung · Kurzfassung · 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D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6675"/>
                </a:solidFill>
                <a:latin typeface="Calibri"/>
              </a:rPr>
              <a:t>MERSCH75 · VEREINS-OS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2F65"/>
                </a:solidFill>
                <a:latin typeface="Calibri"/>
              </a:rPr>
              <a:t>Was ist das Vereins-OS?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Ein vereinseigenes System für die gesamte Verwaltung – an einem Ort.</a:t>
            </a:r>
          </a:p>
          <a:p>
            <a:pPr lvl="1">
              <a:spcAft>
                <a:spcPts val="1000"/>
              </a:spcAft>
            </a:pPr>
            <a:r>
              <a:rPr sz="1700" b="0">
                <a:solidFill>
                  <a:srgbClr val="5B6675"/>
                </a:solidFill>
                <a:latin typeface="Calibri"/>
              </a:rPr>
              <a:t>–  Mitglieder, Finanzen, Sport, Kommunikation, Organisation.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Selbst gehostet: alle Daten gehören dem Verein (RGPD-konform).</a:t>
            </a:r>
          </a:p>
          <a:p>
            <a:pPr lvl="1">
              <a:spcAft>
                <a:spcPts val="1000"/>
              </a:spcAft>
            </a:pPr>
            <a:r>
              <a:rPr sz="1700" b="0">
                <a:solidFill>
                  <a:srgbClr val="5B6675"/>
                </a:solidFill>
                <a:latin typeface="Calibri"/>
              </a:rPr>
              <a:t>–  Unabhängig von teuren Fremdanbietern.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Schluss mit verteilten Excel-Listen – eine verlässliche Datenquelle.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D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6675"/>
                </a:solidFill>
                <a:latin typeface="Calibri"/>
              </a:rPr>
              <a:t>MERSCH75 · VEREINS-OS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2F65"/>
                </a:solidFill>
                <a:latin typeface="Calibri"/>
              </a:rPr>
              <a:t>Nutzen für den Verein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Digitale Souveränität – Daten bleiben beim Verein.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Zeitersparnis durch Automatisierung (Beiträge, Anwesenheit, Spielpläne).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Geringe Kosten – Open Source statt Lizenzgebühren pro Mitglied.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Übergabefähig – auch ein anderes Komiteemitglied kann es pflegen.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D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6675"/>
                </a:solidFill>
                <a:latin typeface="Calibri"/>
              </a:rPr>
              <a:t>MERSCH75 · VEREINS-OS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2F65"/>
                </a:solidFill>
                <a:latin typeface="Calibri"/>
              </a:rPr>
              <a:t>Wo stehen wir?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FERTIG &amp; im Einsatz:</a:t>
            </a:r>
          </a:p>
          <a:p>
            <a:pPr lvl="1">
              <a:spcAft>
                <a:spcPts val="1000"/>
              </a:spcAft>
            </a:pPr>
            <a:r>
              <a:rPr sz="1700" b="0">
                <a:solidFill>
                  <a:srgbClr val="5B6675"/>
                </a:solidFill>
                <a:latin typeface="Calibri"/>
              </a:rPr>
              <a:t>–  Sport, Mitglieder, Beiträge, Check-in, Dokumente, Kalender, E-Mail.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IN ARBEIT:</a:t>
            </a:r>
          </a:p>
          <a:p>
            <a:pPr lvl="1">
              <a:spcAft>
                <a:spcPts val="1000"/>
              </a:spcAft>
            </a:pPr>
            <a:r>
              <a:rPr sz="1700" b="0">
                <a:solidFill>
                  <a:srgbClr val="5B6675"/>
                </a:solidFill>
                <a:latin typeface="Calibri"/>
              </a:rPr>
              <a:t>–  Chat, Profile, Website-Anbindung, Sponsoren, Galerie.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GEPLANT:</a:t>
            </a:r>
          </a:p>
          <a:p>
            <a:pPr lvl="1">
              <a:spcAft>
                <a:spcPts val="1000"/>
              </a:spcAft>
            </a:pPr>
            <a:r>
              <a:rPr sz="1700" b="0">
                <a:solidFill>
                  <a:srgbClr val="5B6675"/>
                </a:solidFill>
                <a:latin typeface="Calibri"/>
              </a:rPr>
              <a:t>–  KI-Hilfe, Monitoring, automatisches Backup, Messenger (Matrix).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Das teure Fundament steht – Erweiterungen folgen Schritt für Schritt.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D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6675"/>
                </a:solidFill>
                <a:latin typeface="Calibri"/>
              </a:rPr>
              <a:t>MERSCH75 · VEREINS-OS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2F65"/>
                </a:solidFill>
                <a:latin typeface="Calibri"/>
              </a:rPr>
              <a:t>Größenordnung &amp; Kosten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Großes System: ~16.700 Code-Zeilen, 80 Datenbereiche, 233 Funktionen.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Hosting ca. 60–250 € / Jahr · Software-Lizenzen 0 € (Open Source).</a:t>
            </a:r>
          </a:p>
          <a:p>
            <a:pPr lvl="1">
              <a:spcAft>
                <a:spcPts val="1000"/>
              </a:spcAft>
            </a:pPr>
            <a:r>
              <a:rPr sz="1700" b="0">
                <a:solidFill>
                  <a:srgbClr val="5B6675"/>
                </a:solidFill>
                <a:latin typeface="Calibri"/>
              </a:rPr>
              <a:t>–  Vergleich: kommerzielle Vereins-Software oft mehrere hundert €/Jahr.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Hauptaufwand ist ehrenamtliche Zeit, nicht Geld.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D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6675"/>
                </a:solidFill>
                <a:latin typeface="Calibri"/>
              </a:rPr>
              <a:t>MERSCH75 · VEREINS-OS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2F65"/>
                </a:solidFill>
                <a:latin typeface="Calibri"/>
              </a:rPr>
              <a:t>Risiken – und wie wir sie beherrschen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Abhängigkeit von einer Person → 2. Person einarbeiten.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Sicherheit (Demo-Passwörter) → vor Echtbetrieb bereinigen.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Noch kein Auto-Backup → Backup-Konzept zuerst umsetzen.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Manche Module noch leer -&gt; klar als 'in Entwicklung' kennzeichnen.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D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6675"/>
                </a:solidFill>
                <a:latin typeface="Calibri"/>
              </a:rPr>
              <a:t>MERSCH75 · VEREINS-OS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2F65"/>
                </a:solidFill>
                <a:latin typeface="Calibri"/>
              </a:rPr>
              <a:t>Antrag an die Versammlung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Grundsatz: Verein setzt auf das eigene Vereins-OS.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Budgetfreigabe für Server-Hosting (kleiner Jahresbetrag).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Start Pilotbetrieb: „Mitglieder &amp; Beiträge".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1C2530"/>
                </a:solidFill>
                <a:latin typeface="Calibri"/>
              </a:rPr>
              <a:t>•  Zweite Person zur Einarbeitung benennen (Ausfallsicherheit).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F6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023360"/>
            <a:ext cx="12191695" cy="109728"/>
          </a:xfrm>
          <a:prstGeom prst="rect">
            <a:avLst/>
          </a:prstGeom>
          <a:solidFill>
            <a:srgbClr val="FFD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Ein eigenes System. Volle Datenhoheit.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FFDE00"/>
                </a:solidFill>
                <a:latin typeface="Calibri"/>
              </a:rPr>
              <a:t>Zesumme Staark – MERSCH75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357</Words>
  <Application>Microsoft Macintosh PowerPoint</Application>
  <PresentationFormat>Breitbild</PresentationFormat>
  <Paragraphs>45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Adrien Deischter</cp:lastModifiedBy>
  <cp:revision>1</cp:revision>
  <dcterms:created xsi:type="dcterms:W3CDTF">2013-01-27T09:14:16Z</dcterms:created>
  <dcterms:modified xsi:type="dcterms:W3CDTF">2026-06-29T12:41:26Z</dcterms:modified>
  <cp:category/>
</cp:coreProperties>
</file>